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7" r:id="rId4"/>
    <p:sldId id="258" r:id="rId5"/>
    <p:sldId id="268" r:id="rId6"/>
    <p:sldId id="259" r:id="rId7"/>
    <p:sldId id="263" r:id="rId8"/>
    <p:sldId id="260" r:id="rId9"/>
    <p:sldId id="261" r:id="rId10"/>
    <p:sldId id="262" r:id="rId11"/>
    <p:sldId id="269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11011-0478-4149-8A36-3661892285E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6E774-7CDE-450D-AF56-C307D585A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0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A91E-A3E2-4746-83C1-4B4C88458491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97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10FD7-FF95-4CAE-A389-E9DAE0FFFD12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2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8B67-FB57-4FB0-B960-4F3AA0C971BB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7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DE7C-88F4-42B2-B7C2-6CE568475297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2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3FB5F-A32B-43E2-87D2-C43BD88F5EE5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F612-59BD-4912-B4BD-A0710DAE63DA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4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346F-D350-4318-86B9-0AC729C390D2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22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A645-AFCF-4561-B9D6-7B8A5D8DBC8A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0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A75D-B9C2-4EAC-8916-74D49E8D642C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4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053F8-C29E-4734-9ED4-B84BBE4C3807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2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9723-1E1C-4D4A-B6FD-F2C115A27FD9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64B0-2CEC-4A3D-9144-122D80FC82B6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920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48541-34BA-413F-8905-6F72CFB0DD92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60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9AB2-4C19-46C1-9429-0C4C1300394E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56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9E9AF-E6C8-4E03-BDDE-8033D1699FF6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93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B6B9-954B-4B59-8EED-D998FB8857D4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58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AFCA-8DC9-431D-8016-5279134B6507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6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F7CB1FB-78E3-44FD-9B54-8CEEA3F15F72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87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7892" y="1225551"/>
            <a:ext cx="7458408" cy="3329581"/>
          </a:xfrm>
        </p:spPr>
        <p:txBody>
          <a:bodyPr/>
          <a:lstStyle/>
          <a:p>
            <a:r>
              <a:rPr sz="4800" dirty="0"/>
              <a:t>Forest Fire Risk Mapping and Simulation System</a:t>
            </a:r>
            <a:r>
              <a:rPr lang="en-US" sz="4800" dirty="0"/>
              <a:t> (Russia, Siberia Focus)</a:t>
            </a:r>
            <a:endParaRPr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9092" y="5666380"/>
            <a:ext cx="3400758" cy="861420"/>
          </a:xfrm>
        </p:spPr>
        <p:txBody>
          <a:bodyPr>
            <a:normAutofit/>
          </a:bodyPr>
          <a:lstStyle/>
          <a:p>
            <a:r>
              <a:rPr lang="en-US" dirty="0"/>
              <a:t>By: </a:t>
            </a:r>
            <a:r>
              <a:rPr dirty="0"/>
              <a:t>Kharlamov Ilia</a:t>
            </a:r>
            <a:endParaRPr lang="en-US" dirty="0"/>
          </a:p>
          <a:p>
            <a:r>
              <a:rPr dirty="0"/>
              <a:t>ID: 23605104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Design a GIS-based simulation platform for assessing forest fire risk in Russia</a:t>
            </a:r>
            <a:r>
              <a:rPr lang="en-US" dirty="0"/>
              <a:t>, Siberia</a:t>
            </a:r>
            <a:r>
              <a:rPr dirty="0"/>
              <a:t>.</a:t>
            </a:r>
          </a:p>
          <a:p>
            <a:r>
              <a:rPr dirty="0"/>
              <a:t>Simulate fire spread using real environmental data: wind, temperature, humidity, and vegetation.</a:t>
            </a:r>
          </a:p>
          <a:p>
            <a:r>
              <a:rPr dirty="0"/>
              <a:t>Support both research and educational use cases.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Focus on Siberia?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700" y="1722725"/>
            <a:ext cx="6711654" cy="4195481"/>
          </a:xfrm>
        </p:spPr>
        <p:txBody>
          <a:bodyPr/>
          <a:lstStyle/>
          <a:p>
            <a:r>
              <a:rPr lang="en-US" dirty="0"/>
              <a:t>Largest Forest Region – over 60% of Russia’s forests</a:t>
            </a:r>
          </a:p>
          <a:p>
            <a:r>
              <a:rPr lang="en-US" dirty="0"/>
              <a:t>Increased frequency of droughts and extreme fire events</a:t>
            </a:r>
          </a:p>
          <a:p>
            <a:r>
              <a:rPr lang="en-US" dirty="0"/>
              <a:t>Fire simulation helps prioritize risk zones</a:t>
            </a:r>
          </a:p>
          <a:p>
            <a:r>
              <a:rPr lang="en-US" dirty="0"/>
              <a:t>Siberian fires emit massive CO₂, affecting global climate</a:t>
            </a:r>
          </a:p>
          <a:p>
            <a:r>
              <a:rPr lang="en-US" dirty="0"/>
              <a:t>Smoke affects air quality across Arctic, Europe, and Asia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1032" name="Picture 8" descr="Siberia | region, Asia | Britann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33" y="295736"/>
            <a:ext cx="7335357" cy="525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71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Scope of Work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Geospatial Data Handling</a:t>
            </a:r>
          </a:p>
          <a:p>
            <a:r>
              <a:rPr lang="en-US" dirty="0"/>
              <a:t>Object-Oriented Design</a:t>
            </a:r>
          </a:p>
          <a:p>
            <a:r>
              <a:rPr lang="en-US" dirty="0"/>
              <a:t>Fire Risk Assessment</a:t>
            </a:r>
          </a:p>
          <a:p>
            <a:r>
              <a:rPr lang="en-US" dirty="0"/>
              <a:t>Fire Spread Simulation</a:t>
            </a:r>
          </a:p>
          <a:p>
            <a:r>
              <a:rPr lang="en-US" dirty="0"/>
              <a:t>Map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Data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Geospatial Region Data (GADM)</a:t>
            </a:r>
          </a:p>
          <a:p>
            <a:r>
              <a:rPr lang="en-US" dirty="0"/>
              <a:t>2. Fire Ignition Points (NASA FIRMS)</a:t>
            </a:r>
          </a:p>
          <a:p>
            <a:pPr lvl="1"/>
            <a:r>
              <a:rPr lang="en-US" dirty="0"/>
              <a:t>Satellite-detected fire hotspots over 7 days</a:t>
            </a:r>
          </a:p>
          <a:p>
            <a:r>
              <a:rPr lang="en-US" dirty="0"/>
              <a:t>3. Weather Data (WeatherAPI)</a:t>
            </a:r>
          </a:p>
          <a:p>
            <a:pPr lvl="1"/>
            <a:r>
              <a:rPr lang="en-US" dirty="0"/>
              <a:t>Real-time risk calculation &amp; directional spread modeling</a:t>
            </a:r>
          </a:p>
          <a:p>
            <a:r>
              <a:rPr lang="en-US" dirty="0"/>
              <a:t>4. NDVI Raster (MODIS)</a:t>
            </a:r>
          </a:p>
          <a:p>
            <a:pPr lvl="1"/>
            <a:r>
              <a:rPr lang="en-US" dirty="0"/>
              <a:t>Determines vegetation flammability per point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0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260" y="1582402"/>
            <a:ext cx="5173140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ignition_point.py: Defines ignition points and computes risk</a:t>
            </a:r>
          </a:p>
          <a:p>
            <a:r>
              <a:rPr dirty="0"/>
              <a:t>simulator.py: Runs the simulation based on risk and wind</a:t>
            </a:r>
          </a:p>
          <a:p>
            <a:r>
              <a:rPr dirty="0"/>
              <a:t>ndvi_loader.py: Loads vegetation index (NDVI)</a:t>
            </a:r>
          </a:p>
          <a:p>
            <a:r>
              <a:rPr dirty="0"/>
              <a:t>weather_loader.py: Enriches points with live weather data</a:t>
            </a:r>
          </a:p>
          <a:p>
            <a:r>
              <a:rPr dirty="0"/>
              <a:t>map_renderer.py: Visualizes the fire spread</a:t>
            </a:r>
          </a:p>
          <a:p>
            <a:r>
              <a:rPr dirty="0"/>
              <a:t>main.py: Orchestrates the process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1934378"/>
            <a:ext cx="312420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Workflow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PlantUML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456018"/>
            <a:ext cx="4095750" cy="498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 Risk Score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417419"/>
            <a:ext cx="6711654" cy="1077625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endParaRPr lang="en-US" dirty="0"/>
          </a:p>
          <a:p>
            <a:r>
              <a:rPr dirty="0"/>
              <a:t>NDVI must be ≥ 0.15 to allow fire spread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75207"/>
            <a:ext cx="7258050" cy="5810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610" y="2912312"/>
            <a:ext cx="4659377" cy="37536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610" y="2649096"/>
            <a:ext cx="3571940" cy="2703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 Spread Logic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7" y="1449977"/>
            <a:ext cx="7441931" cy="5221890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200" y="1011525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Folium maps with layered regions</a:t>
            </a:r>
          </a:p>
          <a:p>
            <a:r>
              <a:rPr dirty="0"/>
              <a:t>Clustered and </a:t>
            </a:r>
            <a:r>
              <a:rPr dirty="0" err="1"/>
              <a:t>unclustered</a:t>
            </a:r>
            <a:r>
              <a:rPr dirty="0"/>
              <a:t> markers</a:t>
            </a:r>
          </a:p>
          <a:p>
            <a:r>
              <a:rPr dirty="0"/>
              <a:t>Interactive popups with NDVI, risk, and weather</a:t>
            </a:r>
          </a:p>
          <a:p>
            <a:r>
              <a:rPr dirty="0"/>
              <a:t>Zoom-based cluster control and legends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3308350"/>
            <a:ext cx="3933825" cy="32385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3308350"/>
            <a:ext cx="4333875" cy="3247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5450" y="1322675"/>
            <a:ext cx="6711654" cy="4195481"/>
          </a:xfrm>
        </p:spPr>
        <p:txBody>
          <a:bodyPr/>
          <a:lstStyle/>
          <a:p>
            <a:r>
              <a:rPr lang="en-US" dirty="0"/>
              <a:t>fire_map.html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r="7013"/>
          <a:stretch/>
        </p:blipFill>
        <p:spPr>
          <a:xfrm>
            <a:off x="0" y="1921438"/>
            <a:ext cx="9144000" cy="49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Only NDVI used for vegetation</a:t>
            </a:r>
          </a:p>
          <a:p>
            <a:r>
              <a:rPr dirty="0"/>
              <a:t>No terrain-based spread blocking</a:t>
            </a:r>
          </a:p>
          <a:p>
            <a:r>
              <a:rPr dirty="0"/>
              <a:t>Wind capped at 10 m/s for risk</a:t>
            </a:r>
          </a:p>
          <a:p>
            <a:r>
              <a:rPr dirty="0"/>
              <a:t>No firefighting or suppression model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Include</a:t>
            </a:r>
            <a:r>
              <a:rPr dirty="0"/>
              <a:t> elevation and rivers as spread barriers</a:t>
            </a:r>
          </a:p>
          <a:p>
            <a:r>
              <a:rPr dirty="0"/>
              <a:t>Visualize time-based fire progression</a:t>
            </a:r>
          </a:p>
          <a:p>
            <a:r>
              <a:rPr dirty="0"/>
              <a:t>Add GUI for parameter tweaking</a:t>
            </a:r>
          </a:p>
          <a:p>
            <a:r>
              <a:rPr dirty="0"/>
              <a:t>Include suppression or human intervention models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744800" cy="4417725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Developed by: </a:t>
            </a:r>
            <a:r>
              <a:t>Kharlamov Ilia</a:t>
            </a:r>
            <a:endParaRPr lang="en-US"/>
          </a:p>
          <a:p>
            <a:r>
              <a:rPr lang="en-US"/>
              <a:t>Fire </a:t>
            </a:r>
            <a:r>
              <a:rPr lang="en-US" dirty="0"/>
              <a:t>and Vegetation Data</a:t>
            </a:r>
          </a:p>
          <a:p>
            <a:r>
              <a:rPr lang="en-US" dirty="0"/>
              <a:t>MODIS Active Fire Data (FIRMS)</a:t>
            </a:r>
          </a:p>
          <a:p>
            <a:pPr marL="0" indent="0">
              <a:buNone/>
            </a:pPr>
            <a:r>
              <a:rPr lang="en-US" dirty="0"/>
              <a:t>      NASA’s Fire Information for Resource Management System</a:t>
            </a:r>
          </a:p>
          <a:p>
            <a:pPr marL="0" indent="0">
              <a:buNone/>
            </a:pPr>
            <a:r>
              <a:rPr lang="en-US" dirty="0"/>
              <a:t>      🔗 https://firms.modaps.eosdis.nasa.gov/</a:t>
            </a:r>
          </a:p>
          <a:p>
            <a:r>
              <a:rPr lang="en-US" dirty="0"/>
              <a:t>MODIS NDVI Products</a:t>
            </a:r>
          </a:p>
          <a:p>
            <a:pPr marL="0" indent="0">
              <a:buNone/>
            </a:pPr>
            <a:r>
              <a:rPr lang="en-US" dirty="0"/>
              <a:t>      NASA MOD13Q1: Normalized Difference Vegetation Index</a:t>
            </a:r>
          </a:p>
          <a:p>
            <a:pPr marL="0" indent="0">
              <a:buNone/>
            </a:pPr>
            <a:r>
              <a:rPr lang="en-US" dirty="0"/>
              <a:t>      🔗 https://lpdaac.usgs.gov/products/mod13q1v006/</a:t>
            </a:r>
          </a:p>
          <a:p>
            <a:r>
              <a:rPr lang="en-US" dirty="0"/>
              <a:t>GADM Database of Global Administrative Areas </a:t>
            </a:r>
          </a:p>
          <a:p>
            <a:pPr marL="0" indent="0">
              <a:buNone/>
            </a:pPr>
            <a:r>
              <a:rPr lang="en-US" dirty="0"/>
              <a:t>      🔗 https://gadm.org/</a:t>
            </a:r>
          </a:p>
          <a:p>
            <a:r>
              <a:rPr lang="en-US" dirty="0"/>
              <a:t>Weather Data – WeatherAPI </a:t>
            </a:r>
          </a:p>
          <a:p>
            <a:pPr marL="0" indent="0">
              <a:buNone/>
            </a:pPr>
            <a:r>
              <a:rPr lang="en-US" dirty="0"/>
              <a:t>       🔗 https://www.weatherapi.com/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</TotalTime>
  <Words>448</Words>
  <Application>Microsoft Office PowerPoint</Application>
  <PresentationFormat>Экран (4:3)</PresentationFormat>
  <Paragraphs>89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Calibri</vt:lpstr>
      <vt:lpstr>Century Gothic</vt:lpstr>
      <vt:lpstr>Wingdings 3</vt:lpstr>
      <vt:lpstr>Ион</vt:lpstr>
      <vt:lpstr>Forest Fire Risk Mapping and Simulation System (Russia, Siberia Focus)</vt:lpstr>
      <vt:lpstr>Project Aim</vt:lpstr>
      <vt:lpstr>Why Focus on Siberia?</vt:lpstr>
      <vt:lpstr>Scope of Work</vt:lpstr>
      <vt:lpstr>Input Data</vt:lpstr>
      <vt:lpstr>System Architecture</vt:lpstr>
      <vt:lpstr>Simulation Workflow</vt:lpstr>
      <vt:lpstr>Fire Risk Score Formula</vt:lpstr>
      <vt:lpstr>Fire Spread Logic</vt:lpstr>
      <vt:lpstr>Map Visualization</vt:lpstr>
      <vt:lpstr>Outputs</vt:lpstr>
      <vt:lpstr>Limitations</vt:lpstr>
      <vt:lpstr>Future Work</vt:lpstr>
      <vt:lpstr>Credits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Fire Risk Mapping and Simulation System (Russia, Siberia Focus)</dc:title>
  <dc:subject/>
  <dc:creator>Ilia</dc:creator>
  <cp:keywords/>
  <dc:description>generated using python-pptx</dc:description>
  <cp:lastModifiedBy>Илья Харламов</cp:lastModifiedBy>
  <cp:revision>7</cp:revision>
  <dcterms:created xsi:type="dcterms:W3CDTF">2013-01-27T09:14:16Z</dcterms:created>
  <dcterms:modified xsi:type="dcterms:W3CDTF">2025-12-23T06:29:59Z</dcterms:modified>
  <cp:category/>
</cp:coreProperties>
</file>